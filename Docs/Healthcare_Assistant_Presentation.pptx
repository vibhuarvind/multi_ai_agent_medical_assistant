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AD595-3199-4B4E-A181-B767CD60331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78577-17E3-4FD5-AC01-A54C537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78577-17E3-4FD5-AC01-A54C537C82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92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Multi-Agent Healthcare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AI-Powered Clinical Triage &amp; E-Pharmacy Integration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Associate Data Scientist | 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1. Problem Statement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E74C3C"/>
                </a:solidFill>
              </a:defRPr>
            </a:pPr>
            <a:r>
              <a:t>Challenge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Patients experiencing respiratory symptoms need rapid, safe triage for OTC recommendations vs. doctor escalation, with immediate pharmacy delivery options.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980B9"/>
                </a:solidFill>
              </a:defRPr>
            </a:pPr>
            <a:r>
              <a:t>Solution Scope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End-to-end multi-agent system: clinical intake → X-ray analysis → therapy recommendation → pharmacy matching → order placement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Accepts: chest X-rays (PNG/JPG), PDF reports, symptom notes, patient demographics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Outputs: OTC medicine recommendations, safety warnings, nearest pharmacy with ETA, optional tele-consult escalation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Built-in safety: age/allergy checks, drug interaction screening, red-flag detection for severe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FFF3CD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8A6D3B"/>
                </a:solidFill>
              </a:defRPr>
            </a:pPr>
            <a:r>
              <a:rPr dirty="0"/>
              <a:t>⚠️ Safety Constraints: Educational demo only • No prescriptions • PII/PHI masked • Prominent disclaimers • Red-flag routing to medical professionals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2. System Architecture &amp; Agent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i="1">
                <a:solidFill>
                  <a:srgbClr val="7F8C8D"/>
                </a:solidFill>
              </a:defRPr>
            </a:pPr>
            <a:r>
              <a:t>[INSERT ARCHITECTURE DIAGRAM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Core Agents: Ingestion (file validation, PII masking) • Imaging (X-ray classification) • Therapy (OTC recommendation, interaction screening) • Doctor Escalation (triage logic) • Pharmacy Match (geo + stock) • Orchestrator (flow coordination, timeline tracking)</a:t>
            </a:r>
          </a:p>
        </p:txBody>
      </p:sp>
      <p:pic>
        <p:nvPicPr>
          <p:cNvPr id="6" name="Picture 5" descr="A diagram of a network&#10;&#10;AI-generated content may be incorrect.">
            <a:extLst>
              <a:ext uri="{FF2B5EF4-FFF2-40B4-BE49-F238E27FC236}">
                <a16:creationId xmlns:a16="http://schemas.microsoft.com/office/drawing/2014/main" id="{2BE6394F-F8A1-5A18-5005-EECC67312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70" y="822960"/>
            <a:ext cx="8852170" cy="4575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3. Data Mocks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980B9"/>
                </a:solidFill>
              </a:defRPr>
            </a:pPr>
            <a:r>
              <a:t>📋 Medicine Data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medicines.csv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8 OTC drugs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Indications, age limits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Allergy keywords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interactions.csv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Drug-drug pairs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Risk levels (High/Moderate/Low)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Clinical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980B9"/>
                </a:solidFill>
              </a:defRPr>
            </a:pPr>
            <a:r>
              <a:t>🏥 Pharmacy Data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pharmacies.json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3 mock pharmacies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Lat/lon coordinates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Services (24x7, delivery)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inventory.csv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Stock per pharmacy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SKU, price, quantity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zipcodes.csv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Pincode → geo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09728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980B9"/>
                </a:solidFill>
              </a:defRPr>
            </a:pPr>
            <a:r>
              <a:t>👨‍⚕️ Doctor &amp; Assumptions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doctors.csv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2 specialists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Tele-consult slots (ISO)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Key Assumptions: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X-ray classifier uses filename heuristics (demo)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Manhattan distance for ETA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Mock OCR for PDFs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All data local CSV/JSON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  • Anonymous uploads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4. Demo Journey: User Flow</a:t>
            </a:r>
          </a:p>
        </p:txBody>
      </p:sp>
      <p:sp>
        <p:nvSpPr>
          <p:cNvPr id="3" name="Trapezoid 2"/>
          <p:cNvSpPr/>
          <p:nvPr/>
        </p:nvSpPr>
        <p:spPr>
          <a:xfrm>
            <a:off x="457200" y="1097280"/>
            <a:ext cx="457200" cy="457200"/>
          </a:xfrm>
          <a:prstGeom prst="trapezoid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Patient Input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User enters demographics (name, age, phone, allergies), symptoms, uploads chest X-ray (optional), PDF report (optional), pincode</a:t>
            </a:r>
          </a:p>
        </p:txBody>
      </p:sp>
      <p:sp>
        <p:nvSpPr>
          <p:cNvPr id="5" name="Trapezoid 4"/>
          <p:cNvSpPr/>
          <p:nvPr/>
        </p:nvSpPr>
        <p:spPr>
          <a:xfrm>
            <a:off x="457200" y="2194560"/>
            <a:ext cx="457200" cy="457200"/>
          </a:xfrm>
          <a:prstGeom prst="trapezoid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Clinical Triage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System analyzes X-ray → classifies condition (pneumonia/COVID/normal) + severity → enriches symptom notes with condition keywords</a:t>
            </a:r>
          </a:p>
        </p:txBody>
      </p:sp>
      <p:sp>
        <p:nvSpPr>
          <p:cNvPr id="7" name="Trapezoid 6"/>
          <p:cNvSpPr/>
          <p:nvPr/>
        </p:nvSpPr>
        <p:spPr>
          <a:xfrm>
            <a:off x="457200" y="3291840"/>
            <a:ext cx="457200" cy="457200"/>
          </a:xfrm>
          <a:prstGeom prst="trapezoid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OTC Recommendations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Therapy agent matches symptoms to OTC formulary → checks age/allergy contraindications → screens drug interactions → flags safety risks</a:t>
            </a:r>
          </a:p>
        </p:txBody>
      </p:sp>
      <p:sp>
        <p:nvSpPr>
          <p:cNvPr id="9" name="Trapezoid 8"/>
          <p:cNvSpPr/>
          <p:nvPr/>
        </p:nvSpPr>
        <p:spPr>
          <a:xfrm>
            <a:off x="457200" y="4389120"/>
            <a:ext cx="457200" cy="457200"/>
          </a:xfrm>
          <a:prstGeom prst="trapezoid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Doctor Escalation (if needed)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If severe findings, red flags, or low confidence → system recommends tele-consult with available doctors and time slots</a:t>
            </a:r>
          </a:p>
        </p:txBody>
      </p:sp>
      <p:sp>
        <p:nvSpPr>
          <p:cNvPr id="11" name="Trapezoid 10"/>
          <p:cNvSpPr/>
          <p:nvPr/>
        </p:nvSpPr>
        <p:spPr>
          <a:xfrm>
            <a:off x="457200" y="5486400"/>
            <a:ext cx="457200" cy="457200"/>
          </a:xfrm>
          <a:prstGeom prst="trapezoid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Pharmacy Match &amp; Order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Find nearest pharmacy with stock → calculate ETA &amp; delivery fee → generate order preview → user places mock order → receive confirmation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rPr dirty="0"/>
              <a:t>5. Safety Mechanisms: Risks, Red-Flags &amp;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74C3C"/>
                </a:solidFill>
              </a:defRPr>
            </a:pPr>
            <a:r>
              <a:t>🚨 Red-Flag Detection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Severe severity from X-ray analysis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SpO2 &lt; 92% indicators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Age contraindications for medicines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Allergy conflicts detected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High/Moderate drug interactions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Low model confidence (&lt; 50%)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980B9"/>
                </a:solidFill>
              </a:defRPr>
            </a:pPr>
            <a:r>
              <a:t>👨‍⚕️ Doctor Escalation Logic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Triggered when: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- Red flags present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- Severe severity detected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- Confidence &lt; threshold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Action: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- Show tele-consult doctors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- Display available time slots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- Provide escalation reason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- Block OTC-only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980B9"/>
                </a:solidFill>
              </a:defRPr>
            </a:pPr>
            <a:r>
              <a:rPr dirty="0"/>
              <a:t>✅ Safety Guarantees &amp; Limitations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• OTC only: No prescription drugs recommended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• PII/PHI protection: Names and phone numbers masked in logs; file </a:t>
            </a:r>
            <a:r>
              <a:rPr lang="en-US" dirty="0"/>
              <a:t>name</a:t>
            </a:r>
            <a:r>
              <a:rPr dirty="0"/>
              <a:t>s anonymized (e.g., xray_abc123.jpg)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• Prominent disclaimers: 'Educational demo only, not medical advice' shown throughout UI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• Age &amp; allergy screening: Automatic contraindication checks before any recommendation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• Interaction warnings: High/Moderate drug-drug interactions flagged to user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• Limitations: Mock X-ray classifier (filename heuristics), no real medical diagnosis, dummy pharmacy geo/stock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6. Deployment, Logs &amp; 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980B9"/>
                </a:solidFill>
              </a:defRPr>
            </a:pPr>
            <a:r>
              <a:t>🚀 Deployment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Platform: Streamlit app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Hosting: Streamlit Community Cloud / Render (free tier)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Access: Public URL, no login required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Tech Stack: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  • Python 3.10+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  • Streamlit UI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  • Pandas for data handling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  • Python logging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  • Local CSV/JSON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90276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980B9"/>
                </a:solidFill>
              </a:defRPr>
            </a:pPr>
            <a:r>
              <a:rPr dirty="0"/>
              <a:t>📊 Observability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Event Timeline: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  • Timestamped pipeline steps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  • ISO 8601 format, humanized in UI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Agent Debug Logs: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  • Separate tabs per agent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  • Full JSON outputs visible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  • Doctor escalation tracking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  • Order confirmation logs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Python Logging: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  • Structured logs for all agents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rPr dirty="0"/>
              <a:t>  • PII-safe (masked data 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494179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74C3C"/>
                </a:solidFill>
              </a:defRPr>
            </a:pPr>
            <a:r>
              <a:rPr dirty="0"/>
              <a:t>⚠️ Known Limitations</a:t>
            </a:r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• X-ray Classifier: Uses filename heuristics (not real deep learning model); production would need trained CNN (</a:t>
            </a:r>
            <a:r>
              <a:rPr dirty="0" err="1"/>
              <a:t>ResNet</a:t>
            </a:r>
            <a:r>
              <a:rPr dirty="0"/>
              <a:t>/</a:t>
            </a:r>
            <a:r>
              <a:rPr dirty="0" err="1"/>
              <a:t>EfficientNet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• OCR: Mock implementation; real system needs </a:t>
            </a:r>
            <a:r>
              <a:rPr dirty="0" err="1"/>
              <a:t>pytesseract</a:t>
            </a:r>
            <a:r>
              <a:rPr dirty="0"/>
              <a:t>/AWS </a:t>
            </a:r>
            <a:r>
              <a:rPr dirty="0" err="1"/>
              <a:t>Textract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• Pharmacy Geo: Dummy Manhattan distance; production needs Google Maps API / Haversine formula</a:t>
            </a:r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• No Real PHI Storage: Treats all uploads as anonymous; production needs HIPAA-compliant storage</a:t>
            </a:r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• Single-user: No authentication or multi-tenancy; production needs user accounts and role-based access</a:t>
            </a:r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• Static Data: CSV/JSON files; production needs PostgreSQL/MongoDB with real inventory APIs</a:t>
            </a:r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• No Payment Integration: Mock order confirmation only; production needs Stripe/</a:t>
            </a:r>
            <a:r>
              <a:rPr dirty="0" err="1"/>
              <a:t>Razorpay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7. Next Steps (Given 2 More Weeks)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980B9"/>
                </a:solidFill>
              </a:defRPr>
            </a:pPr>
            <a:r>
              <a:rPr dirty="0"/>
              <a:t>🔬 Technical Enhancements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Real ML Model: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Train CNN (ResNet-50) on ChestX-ray14 / </a:t>
            </a:r>
            <a:r>
              <a:rPr dirty="0" err="1"/>
              <a:t>CheXpert</a:t>
            </a:r>
            <a:r>
              <a:rPr dirty="0"/>
              <a:t> dataset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Add confidence intervals &amp; uncertainty quantification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Support multi-label predictions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Production OCR: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Integrate AWS </a:t>
            </a:r>
            <a:r>
              <a:rPr dirty="0" err="1"/>
              <a:t>Textract</a:t>
            </a:r>
            <a:r>
              <a:rPr dirty="0"/>
              <a:t> or Google Vision API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Extract structured data (vitals, lab results)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Database Layer: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PostgreSQL for transactional data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MongoDB for logs &amp; timeline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Redis for session caching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API Integration: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Real pharmacy inventory APIs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Google Maps for accurate routing &amp; ETA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Payment gateway (Stripe/</a:t>
            </a:r>
            <a:r>
              <a:rPr dirty="0" err="1"/>
              <a:t>Razorpay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Authentication &amp; Security: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OAuth2 user login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RBAC (patient/doctor/admin)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HIPAA-compliant encryption at rest &amp; in transit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65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980B9"/>
                </a:solidFill>
              </a:defRPr>
            </a:pPr>
            <a:r>
              <a:rPr dirty="0"/>
              <a:t>🎯 Feature Additions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Doctor Booking: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Live slot reservation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Video call integration (Twilio/Zoom)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Prescription upload post-consultation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Pharmacy Enhancements: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Real-time inventory sync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Multi-pharmacy comparison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Track delivery status (GPS)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Patient Dashboard: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Order history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Prescription refills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Health record timeline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Advanced Safety: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NLP-based symptom severity scoring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Chronic condition risk profiling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Medication adherence tracking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Monitoring &amp; Analytics: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Prometheus + Grafana dashboards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Error rate alerts (PagerDuty)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r>
              <a:rPr dirty="0"/>
              <a:t>  • A/B testing for agent recommendations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4FACE4B3-44F9-73E9-DAF6-C37B0D4E4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3312"/>
            <a:ext cx="9144000" cy="42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4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0"/>
              </a:spcAft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12122" y="5029200"/>
            <a:ext cx="331975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Multi-Agent Healthcare Assistant POC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Demo: [] • GitHub: []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1204</Words>
  <Application>Microsoft Office PowerPoint</Application>
  <PresentationFormat>On-screen Show (4:3)</PresentationFormat>
  <Paragraphs>179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VIDISHA  ARVIND</cp:lastModifiedBy>
  <cp:revision>2</cp:revision>
  <dcterms:created xsi:type="dcterms:W3CDTF">2013-01-27T09:14:16Z</dcterms:created>
  <dcterms:modified xsi:type="dcterms:W3CDTF">2025-12-08T18:46:57Z</dcterms:modified>
  <cp:category/>
</cp:coreProperties>
</file>